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1A2E"/>
                </a:solidFill>
                <a:latin typeface="PingFang SC"/>
              </a:rPr>
              <a:t>股票估值入门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4A4A8A"/>
                </a:solidFill>
                <a:latin typeface="PingFang SC"/>
              </a:rPr>
              <a:t>从股利贴现模型到戈登增长模型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PingFang SC"/>
              </a:rPr>
              <a:t>示例课件 · 共 5 页 · 用于演示 slides-to-handout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A4A8A"/>
                </a:solidFill>
                <a:latin typeface="PingFang SC"/>
              </a:rPr>
              <a:t>股利贴现模型（DDM）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股票的价值 = 未来全部股利的现值之和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假设：投资者长期持有，股利是股东能拿到的唯一现金流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4A4A8A"/>
                </a:solidFill>
                <a:latin typeface="PingFang SC"/>
              </a:rPr>
              <a:t>P0 = Σ(t=1→∞) Div_t / (1 + r_E)^t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难点：无限期股利无法直接预测，需要加假设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A4A8A"/>
                </a:solidFill>
                <a:latin typeface="PingFang SC"/>
              </a:rPr>
              <a:t>戈登增长模型（Gordon Growth Model）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假设股利以固定增长率 g 永续增长：Div_t = Div_1 × (1 + g)^(t-1)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代入 DDM，得到等比级数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4A4A8A"/>
                </a:solidFill>
                <a:latin typeface="PingFang SC"/>
              </a:rPr>
              <a:t>P0 = Div_1 / (r_E − g)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适用条件：r_E &gt; g，且 g 长期可持续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A4A8A"/>
                </a:solidFill>
                <a:latin typeface="PingFang SC"/>
              </a:rPr>
              <a:t>例题：用戈登模型估值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某公司明年每股股利 Div_1 = 2.00 元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股权资本成本 r_E = 10%，股利永续增长率 g = 4%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4A4A8A"/>
                </a:solidFill>
                <a:latin typeface="PingFang SC"/>
              </a:rPr>
              <a:t>P0 = 2.00 / (0.10 − 0.04) = 33.33 元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若当前股价 30 元，是否低估？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A4A8A"/>
                </a:solidFill>
                <a:latin typeface="PingFang SC"/>
              </a:rPr>
              <a:t>模型局限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当 g → r_E 时价格趋于无穷，估值对 g 极其敏感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只适合分红稳定、增长平稳的公司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高增长公司需要两阶段或多阶段模型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  <a:latin typeface="PingFang SC"/>
              </a:rPr>
              <a:t>• 长期看 g 不可能持续高于名义 GDP 增速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